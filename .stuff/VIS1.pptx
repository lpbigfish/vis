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21CE14-5BD3-40D5-961C-2E828E99F1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2E2036-520B-4764-B93A-C3ECA629A2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DCB1DB-1340-4944-9D06-A73DDD85C67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3385604-BFEB-4EDD-9FB8-DAE7E26493E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Vize Projektu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Evidence pro Speedcubing soutěže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>
              <a:spcBef>
                <a:spcPts val="720"/>
              </a:spcBef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Filip Štegner | STE0610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Jaká data systém eviduje?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Soutěže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Soutěžící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disciplíny, např. 3×3×3, 2×2×2, 4×4×4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kola soutěže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jednotlivé pokusy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naměřené časy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výsledky a pořadí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případně penalizace DNF a extra čas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JAK?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Jaké procesy se s informacemi provádějí?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registrace soutěžících na soutěž a jednotlivé disciplíny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vytvoření soutěže a jejích disciplín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vytvoření jednotlivých kol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zadávání výsledků jednotlivých pokusů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evidence penalizací, DNF a extra času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výpočet výsledku soutěžícího v daném kole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sestavení pořadí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určení postupujících do dalšího kola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KDE?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jakých místech se s informacemi pracuje?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na místě konání soutěže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jednotlivých stanovišť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 registračního nebo organizačního stanoviště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KDO?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Kdo se systémem pracuje a v jaké roli?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soutěžící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– registruje se do soutěže a sleduje své výsledky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rozhodčí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– dohlíží na jednotlivé pokusy a potvrzuje jejich výsledek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zapisovatel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– zadává naměřené výsledky do systému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organizátor / administrátor</a:t>
            </a: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– spravuje soutěž, disciplíny, kola, účastníky a výsledky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KDY?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29560" y="12837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Kdy a na základě jakých událostí se s informacemi pracuje?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při vytvoření nové soutěže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při registraci soutěžícího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před zahájením jednotlivých disciplín a kol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 dokončení každého soutěžního pokusu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 dokončení všech pokusů soutěžícího v daném kole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 skončení kola při výpočtu pořadí a určení postupujících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 skončení soutěže při zveřejnění konečných výsledků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PROČ?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Jaké jsou cíle systému a pravidla jejich dosažení?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Cílem je spolehlivě evidovat průběh speedcubingové soutěže a její výsledky a umožnit rychlé vytvoření výsledků a pořadí.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 algn="l">
              <a:spcBef>
                <a:spcPts val="1191"/>
              </a:spcBef>
              <a:spcAft>
                <a:spcPts val="992"/>
              </a:spcAft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Systém musí zajistit, že: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každý pokus je přiřazen správnému soutěžícímu, disciplíně a kolu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výsledky jsou vyhodnocovány podle stanovených pravidel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 jednotlivých pokusů lze vypočítat výsledný čas nebo průměr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pořadí soutěžících je určeno na základě dosažených výsledků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 algn="l"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 dalšího kola postupují pouze soutěžící splňující stanovené podmínky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28600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LibreOffice/26.8.0.3$Linux_X86_64 LibreOffice_project/680$Build-3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2026-09-29T16:50:53Z</dcterms:created>
  <dc:creator/>
  <dc:description/>
  <dc:language>en-US</dc:language>
  <cp:lastModifiedBy/>
  <dcterms:modified xsi:type="dcterms:W3CDTF">2026-09-29T17:29:52Z</dcterms:modified>
  <cp:revision>1</cp:revision>
  <dc:subject/>
  <dc:title/>
</cp:coreProperties>
</file>